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03cca8200546ff" /><Relationship Type="http://schemas.openxmlformats.org/officeDocument/2006/relationships/extended-properties" Target="/docProps/app.xml" Id="Rd993ec6d2d054eb1" /><Relationship Type="http://schemas.openxmlformats.org/officeDocument/2006/relationships/officeDocument" Target="/ppt/presentation.xml" Id="R7508a8369e0545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54c4d28d394058"/>
  </p:sldMasterIdLst>
  <p:notesMasterIdLst>
    <p:notesMasterId xmlns:r="http://schemas.openxmlformats.org/officeDocument/2006/relationships" r:id="R8af407173ea84c90"/>
  </p:notesMasterIdLst>
  <p:sldIdLst>
    <p:sldId xmlns:r="http://schemas.openxmlformats.org/officeDocument/2006/relationships" id="256" r:id="R014e6308b2e74c5b"/>
    <p:sldId xmlns:r="http://schemas.openxmlformats.org/officeDocument/2006/relationships" id="257" r:id="R7744173bc4dc4148"/>
    <p:sldId xmlns:r="http://schemas.openxmlformats.org/officeDocument/2006/relationships" id="258" r:id="R43b3f9edc01d44d6"/>
    <p:sldId xmlns:r="http://schemas.openxmlformats.org/officeDocument/2006/relationships" id="259" r:id="R3450535684ea438a"/>
    <p:sldId xmlns:r="http://schemas.openxmlformats.org/officeDocument/2006/relationships" id="260" r:id="R7c5035fa95eb405f"/>
    <p:sldId xmlns:r="http://schemas.openxmlformats.org/officeDocument/2006/relationships" id="261" r:id="Rb4d25abe9ffb40ab"/>
    <p:sldId xmlns:r="http://schemas.openxmlformats.org/officeDocument/2006/relationships" id="262" r:id="Rf6336114afb241fc"/>
    <p:sldId xmlns:r="http://schemas.openxmlformats.org/officeDocument/2006/relationships" id="263" r:id="Rb94a35fdac124a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c4ef9ce90b42b0" /><Relationship Type="http://schemas.openxmlformats.org/officeDocument/2006/relationships/slideMaster" Target="/ppt/slideMasters/slideMaster1.xml" Id="Ra254c4d28d394058" /><Relationship Type="http://schemas.openxmlformats.org/officeDocument/2006/relationships/notesMaster" Target="/ppt/notesMasters/notesMaster1.xml" Id="R8af407173ea84c90" /><Relationship Type="http://schemas.openxmlformats.org/officeDocument/2006/relationships/presProps" Target="/ppt/presProps.xml" Id="R7e6ed06b74bd4dd9" /><Relationship Type="http://schemas.openxmlformats.org/officeDocument/2006/relationships/viewProps" Target="/ppt/viewProps.xml" Id="R13a40b5d945a48ee" /><Relationship Type="http://schemas.openxmlformats.org/officeDocument/2006/relationships/tableStyles" Target="/ppt/tableStyles.xml" Id="R393462e3e15248e7" /><Relationship Type="http://schemas.openxmlformats.org/officeDocument/2006/relationships/slide" Target="/ppt/slides/slide1.xml" Id="R014e6308b2e74c5b" /><Relationship Type="http://schemas.openxmlformats.org/officeDocument/2006/relationships/slide" Target="/ppt/slides/slide2.xml" Id="R7744173bc4dc4148" /><Relationship Type="http://schemas.openxmlformats.org/officeDocument/2006/relationships/slide" Target="/ppt/slides/slide3.xml" Id="R43b3f9edc01d44d6" /><Relationship Type="http://schemas.openxmlformats.org/officeDocument/2006/relationships/slide" Target="/ppt/slides/slide4.xml" Id="R3450535684ea438a" /><Relationship Type="http://schemas.openxmlformats.org/officeDocument/2006/relationships/slide" Target="/ppt/slides/slide5.xml" Id="R7c5035fa95eb405f" /><Relationship Type="http://schemas.openxmlformats.org/officeDocument/2006/relationships/slide" Target="/ppt/slides/slide6.xml" Id="Rb4d25abe9ffb40ab" /><Relationship Type="http://schemas.openxmlformats.org/officeDocument/2006/relationships/slide" Target="/ppt/slides/slide7.xml" Id="Rf6336114afb241fc" /><Relationship Type="http://schemas.openxmlformats.org/officeDocument/2006/relationships/slide" Target="/ppt/slides/slide8.xml" Id="Rb94a35fdac12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c658ece5bd4d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72a06d0a6a4e01" /><Relationship Type="http://schemas.openxmlformats.org/officeDocument/2006/relationships/notesMaster" Target="/ppt/notesMasters/notesMaster1.xml" Id="R7f7f41e9e80840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7d961320d84819" /><Relationship Type="http://schemas.openxmlformats.org/officeDocument/2006/relationships/notesMaster" Target="/ppt/notesMasters/notesMaster1.xml" Id="Rba85befa56e04a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968fc72a441fb" /><Relationship Type="http://schemas.openxmlformats.org/officeDocument/2006/relationships/notesMaster" Target="/ppt/notesMasters/notesMaster1.xml" Id="Rfeaa4ab862b041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5f1a4992f84503" /><Relationship Type="http://schemas.openxmlformats.org/officeDocument/2006/relationships/notesMaster" Target="/ppt/notesMasters/notesMaster1.xml" Id="R9cc02d9b7ff945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7136edca04431d" /><Relationship Type="http://schemas.openxmlformats.org/officeDocument/2006/relationships/notesMaster" Target="/ppt/notesMasters/notesMaster1.xml" Id="Re51deec9e0f84b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ea9795d26e4535" /><Relationship Type="http://schemas.openxmlformats.org/officeDocument/2006/relationships/notesMaster" Target="/ppt/notesMasters/notesMaster1.xml" Id="R65de0f6725964c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4eb3fa0ede4b50" /><Relationship Type="http://schemas.openxmlformats.org/officeDocument/2006/relationships/notesMaster" Target="/ppt/notesMasters/notesMaster1.xml" Id="R2a8783eba55c46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9895f08abd46b5" /><Relationship Type="http://schemas.openxmlformats.org/officeDocument/2006/relationships/notesMaster" Target="/ppt/notesMasters/notesMaster1.xml" Id="R146cf3bae75643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0c47fc61e40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07464edb3145dd" /><Relationship Type="http://schemas.openxmlformats.org/officeDocument/2006/relationships/slideLayout" Target="/ppt/slideLayouts/slideLayout1.xml" Id="R8722972b527545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2972b527545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05f57c5424580" /><Relationship Type="http://schemas.openxmlformats.org/officeDocument/2006/relationships/notesSlide" Target="/ppt/notesSlides/notesSlide1.xml" Id="R0db68eaa1f6045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646b4e4f24f0e" /><Relationship Type="http://schemas.openxmlformats.org/officeDocument/2006/relationships/notesSlide" Target="/ppt/notesSlides/notesSlide2.xml" Id="R1688e2fe3fe148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946892b9e47ff" /><Relationship Type="http://schemas.openxmlformats.org/officeDocument/2006/relationships/notesSlide" Target="/ppt/notesSlides/notesSlide3.xml" Id="R0f78f2135a544e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5234fd00b420d" /><Relationship Type="http://schemas.openxmlformats.org/officeDocument/2006/relationships/notesSlide" Target="/ppt/notesSlides/notesSlide4.xml" Id="R8950507fab8049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4ddaca6494ca5" /><Relationship Type="http://schemas.openxmlformats.org/officeDocument/2006/relationships/notesSlide" Target="/ppt/notesSlides/notesSlide5.xml" Id="R8b9ccb9f72684a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f4c8b3a8c4ded" /><Relationship Type="http://schemas.openxmlformats.org/officeDocument/2006/relationships/notesSlide" Target="/ppt/notesSlides/notesSlide6.xml" Id="R082efcd4d72849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b0634341d4bfd" /><Relationship Type="http://schemas.openxmlformats.org/officeDocument/2006/relationships/notesSlide" Target="/ppt/notesSlides/notesSlide7.xml" Id="R4873fdd33b8e4e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9955f38e44cf8" /><Relationship Type="http://schemas.openxmlformats.org/officeDocument/2006/relationships/notesSlide" Target="/ppt/notesSlides/notesSlide8.xml" Id="R6fffdb6c9f804b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99D9C0-0639-4881-8B81-837D3777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DDB6F-867E-44FF-A0AE-85435DB5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8330C-E47F-4010-ADE7-2F2C3423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rPr>
              <a:t>AI-Based Smart Waste Segregation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E6DA-FDFF-4CB9-81AB-44F0E94B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E5C5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E5C52"/>
                </a:solidFill>
                <a:latin typeface="Aptos"/>
                <a:ea typeface="Aptos"/>
                <a:cs typeface="Aptos"/>
              </a:rPr>
              <a:t>A Semester 6 ESD project for classifying waste and recommending the correct disposal bin using AI-assisted decision logic.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668F1-DBD9-4032-BB18-9AF5B6A4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4"/>
          </a:solidFill>
          <a:ln xmlns:a="http://schemas.openxmlformats.org/drawingml/2006/main" w="9525">
            <a:solidFill>
              <a:srgbClr val="C9D9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455FB-8AFC-4817-B33B-CDD08749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SDG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D4434-4EDE-4F5D-95B1-5956D2D0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860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7"/>
          </a:solidFill>
          <a:ln xmlns:a="http://schemas.openxmlformats.org/drawingml/2006/main" w="9525">
            <a:solidFill>
              <a:srgbClr val="C9D9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4E658-CC26-4121-9A4D-304AEE09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1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6B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6B9F"/>
                </a:solidFill>
                <a:latin typeface="Aptos"/>
                <a:ea typeface="Aptos"/>
                <a:cs typeface="Aptos"/>
              </a:rPr>
              <a:t>SDG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840E1-A76A-47AD-80BE-F22BFC32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7"/>
          </a:solidFill>
          <a:ln xmlns:a="http://schemas.openxmlformats.org/drawingml/2006/main" w="9525">
            <a:solidFill>
              <a:srgbClr val="C9D9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64D50-EF97-4E3D-A880-5572C3CE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717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761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7612"/>
                </a:solidFill>
                <a:latin typeface="Aptos"/>
                <a:ea typeface="Aptos"/>
                <a:cs typeface="Aptos"/>
              </a:rPr>
              <a:t>SDG 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50A4C-4979-42BF-8F76-05DC5FCF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62000"/>
            <a:ext cx="3048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4474D-4287-4522-BFFF-BF05A5A5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015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B5718-7747-4236-9DAF-411CFC2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04925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Organic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25EB2-562C-431D-88A0-1FAACF10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14F59-2AE6-42DC-BA26-94C530D1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81225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Recyclable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0F7B0-9759-473A-8AB7-1E7DD731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3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289F7-6B28-4C0E-96C2-4F707F74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Hazardous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EC525-64AE-4CE2-9F6C-5D539BFA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6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E1D43-871F-4EC9-B2B7-6E134D10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Residual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3D4B9-9B3E-49B4-A711-D09AA0D8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609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37067"/>
                </a:solidFill>
                <a:latin typeface="Aptos"/>
                <a:ea typeface="Aptos"/>
                <a:cs typeface="Aptos"/>
              </a:rPr>
              <a:t>Student: [Your Name]   Department: [Your Department]</a:t>
            </a:r>
          </a:p>
        </p:txBody>
      </p:sp>
    </p:spTree>
    <p:extLst>
      <p:ext uri="{BB962C8B-B14F-4D97-AF65-F5344CB8AC3E}">
        <p14:creationId xmlns:p14="http://schemas.microsoft.com/office/powerpoint/2010/main" val="219959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0F152-401B-4A4B-9EEA-A41A7BA7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F8130-846A-460D-9779-853A7328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rPr>
              <a:t>Problem: waste is often mixed at the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DB9A8-240C-467F-9E40-3DB94D76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7810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Incorrect segregation reduces recycling quality, increases landfill pressure, and creates health risks for workers.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8D005-6685-4F1C-8D00-7A8FE39E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6"/>
          </a:solidFill>
          <a:ln xmlns:a="http://schemas.openxmlformats.org/drawingml/2006/main" w="9525">
            <a:solidFill>
              <a:srgbClr val="B7D8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730E4-97AD-403A-ABDF-8A7A90D0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Recycling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C7046-C0A6-4F2D-BEE4-250FCA2F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1A"/>
                </a:solidFill>
                <a:latin typeface="Aptos"/>
                <a:ea typeface="Aptos"/>
                <a:cs typeface="Aptos"/>
              </a:rPr>
              <a:t>Wet or dirty waste contaminates recyclable materials.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E8BA9-9431-4E6F-83F8-CFE625E9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9525">
            <a:solidFill>
              <a:srgbClr val="B7CF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B4748-8024-405E-AA0F-314D005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6B9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76B9F"/>
                </a:solidFill>
                <a:latin typeface="Aptos"/>
                <a:ea typeface="Aptos"/>
                <a:cs typeface="Aptos"/>
              </a:rPr>
              <a:t>Landfill 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87DAB-15C6-42EA-A22C-157A4054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1A"/>
                </a:solidFill>
                <a:latin typeface="Aptos"/>
                <a:ea typeface="Aptos"/>
                <a:cs typeface="Aptos"/>
              </a:rPr>
              <a:t>Organic waste and reusable materials are sent to disposal sites.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37C29-19C3-4730-A8FC-9A797F13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4"/>
          </a:solidFill>
          <a:ln xmlns:a="http://schemas.openxmlformats.org/drawingml/2006/main" w="9525">
            <a:solidFill>
              <a:srgbClr val="EDBD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20016-0DA8-4ADB-9C4F-A8C1C96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03A2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03A2E"/>
                </a:solidFill>
                <a:latin typeface="Aptos"/>
                <a:ea typeface="Aptos"/>
                <a:cs typeface="Aptos"/>
              </a:rPr>
              <a:t>Safety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A5C4E-E011-47E1-AEED-86F6AA2F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1A"/>
                </a:solidFill>
                <a:latin typeface="Aptos"/>
                <a:ea typeface="Aptos"/>
                <a:cs typeface="Aptos"/>
              </a:rPr>
              <a:t>Batteries, sharps, and medical items can harm sanitation workers.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34AC2-F829-47BF-B771-98F3250D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Engineering opportunity: guide users at the point of disposal.</a:t>
            </a:r>
          </a:p>
        </p:txBody>
      </p:sp>
    </p:spTree>
    <p:extLst>
      <p:ext uri="{BB962C8B-B14F-4D97-AF65-F5344CB8AC3E}">
        <p14:creationId xmlns:p14="http://schemas.microsoft.com/office/powerpoint/2010/main" val="20824673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C25E77-A352-42F0-866A-3B8D351B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8D16B-A454-4F43-B32B-C66DDF9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rPr>
              <a:t>Proposed solution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0FE5F-A2B9-4E78-A341-39587657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171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2DEA9-0052-4E4D-9009-330FE2CB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0133C-BE5D-40C0-AB67-B849494F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241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0A605-7F4B-49E6-A550-73DDAE4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Upload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32CFE-9573-42E8-896A-B927FBC0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User provides a clear waste item photo.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885D1-1CB2-45ED-A419-7A47E6B1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34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EA49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EA49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8FDF1-0552-4AB9-963E-1847F8C7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171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49276-A862-4352-ABC7-DB7C4DF8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479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1CC06-7EEE-4235-87E8-853D5437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241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B8BF2-1684-41C2-929A-92B14AE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Select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DAD11-4657-4FDC-BAF3-9062DC99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Visible material clues improve classification.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8065B-25F6-49C6-B7F0-90B7410A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48000"/>
            <a:ext cx="34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EA49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EA49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01FA5-D0C2-4C21-A96A-64B96DBF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2171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C72F-5B3F-44BC-8159-9A1D0B1D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4829D-BDE3-4761-B8DD-579858A8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241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D870B-824E-43E9-B4F7-B8373647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AI scoring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84DF8-7260-4BF6-B095-CD1FD6F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Rules score organic, recyclable, hazardous, and residual classes.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D241B-7AA4-48AF-9422-B64CC767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4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EA49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8EA49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F26D5-5259-4E12-9356-8A652349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171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E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5846E-E327-4E30-A68A-0678DBC8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8C31CF-E88C-40A0-9EDA-E66D2740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241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55A65E-5A12-40FD-BEE3-7F9B4724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Bin guidance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FA497-520D-4D47-A905-8C194253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16764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Agent recommends disposal action and safety tips.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C2FC0-6D5C-4816-97FE-362F7430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The current prototype runs fully in the browser and can later be connected to camera and servo hardware.</a:t>
            </a:r>
          </a:p>
        </p:txBody>
      </p:sp>
    </p:spTree>
    <p:extLst>
      <p:ext uri="{BB962C8B-B14F-4D97-AF65-F5344CB8AC3E}">
        <p14:creationId xmlns:p14="http://schemas.microsoft.com/office/powerpoint/2010/main" val="7792068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2B27B-D8C2-4B17-B70B-2EB40981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1B79F-0EA3-4452-9039-4C6BCF49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rPr>
              <a:t>Classifier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4020B-EA74-459A-A40A-A71A1F1F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The demo uses transparent AI-style scoring so the decision is explainable during evaluation.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4D1F9-30E7-453A-BD47-A5F4BC2B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9906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9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DC47E-B9EF-4205-A417-AA5FA054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6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7067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44270-B372-42ED-96A4-F678C39F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47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6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7067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135E7-8B8D-4FD3-A83D-54D0EA61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47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06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7067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0030B-8138-44CD-9EC9-D9C3AB74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6EAC4-A6DE-4F62-B9F2-F2E098BC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Organic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C4A7B-C176-40B3-85B0-2A2C0265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food, peel, leaf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D9132-C3D9-4D68-9D13-3BF394D9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Green bin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C7492-5C93-4F54-8476-31C8D818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3DF3C-84FC-44C6-8BEE-72656AE5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Recyclable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803EE-A11B-4D99-9837-A326AD7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147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paper, plastic, metal, glass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0D4A8-F784-40FD-95A9-8CC9E82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B9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6B9F"/>
                </a:solidFill>
                <a:latin typeface="Aptos"/>
                <a:ea typeface="Aptos"/>
                <a:cs typeface="Aptos"/>
              </a:rPr>
              <a:t>Blue bin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0141A-6980-4DA6-B79A-2A4C3F94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3A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5B6C9-31CF-445D-AE13-D5D51E92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Hazardous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4A07F-6576-4ED2-AC5F-C80DB96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671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battery, medical, sharp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B3AC9-1045-4D8C-AB68-D7EE7921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03A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03A2E"/>
                </a:solidFill>
                <a:latin typeface="Aptos"/>
                <a:ea typeface="Aptos"/>
                <a:cs typeface="Aptos"/>
              </a:rPr>
              <a:t>Red safety bin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904E7-3AFE-44C2-B564-FE63F420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6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E81165-118C-4B4E-BBFF-A74401FE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Residual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EA094-F703-4F15-A36A-56FDA1BB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196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dirty, mixed, contaminated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0EAD0-05C6-49B7-832F-D150FD99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61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7612"/>
                </a:solidFill>
                <a:latin typeface="Aptos"/>
                <a:ea typeface="Aptos"/>
                <a:cs typeface="Aptos"/>
              </a:rPr>
              <a:t>Yellow dry bin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91B73-38B9-41D9-8CAE-9A1EFD2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9144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03A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03A2E"/>
                </a:solidFill>
                <a:latin typeface="Aptos"/>
                <a:ea typeface="Aptos"/>
                <a:cs typeface="Aptos"/>
              </a:rPr>
              <a:t>Safety rule: hazardous indicators receive high priority even if other material features are present.</a:t>
            </a:r>
          </a:p>
        </p:txBody>
      </p:sp>
    </p:spTree>
    <p:extLst>
      <p:ext uri="{BB962C8B-B14F-4D97-AF65-F5344CB8AC3E}">
        <p14:creationId xmlns:p14="http://schemas.microsoft.com/office/powerpoint/2010/main" val="12379215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E61E9E-287C-40B1-AF90-DD8BFB34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F66D3-5B9A-4AE1-B622-BA76ACC3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rPr>
              <a:t>Prototype demonstration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635B3-A4FE-4399-805F-8A735061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4381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18EC2-728A-460D-AA20-66645109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Input panel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4588F-ACBD-4286-A5A0-5B3CD1A8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3DF97-2714-495C-A752-67CD7856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1A"/>
                </a:solidFill>
                <a:latin typeface="Aptos"/>
                <a:ea typeface="Aptos"/>
                <a:cs typeface="Aptos"/>
              </a:rPr>
              <a:t>Upload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70597-3843-4CD5-8E5D-26CB241C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7D9A6-22EB-4F6B-B801-3073DB45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1A"/>
                </a:solidFill>
                <a:latin typeface="Aptos"/>
                <a:ea typeface="Aptos"/>
                <a:cs typeface="Aptos"/>
              </a:rPr>
              <a:t>Select waste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11A37-5ED4-459E-8191-C6BFBAA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EA0BA-2631-47CC-9DF3-9849DAB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576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1A"/>
                </a:solidFill>
                <a:latin typeface="Aptos"/>
                <a:ea typeface="Aptos"/>
                <a:cs typeface="Aptos"/>
              </a:rPr>
              <a:t>Enter optional item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E0D87-CA78-4E91-8A37-0E8A1E62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DADC7-6115-45D8-AABD-CC608ECC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8150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1A"/>
                </a:solidFill>
                <a:latin typeface="Aptos"/>
                <a:ea typeface="Aptos"/>
                <a:cs typeface="Aptos"/>
              </a:rPr>
              <a:t>Click Classify Waste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FA0BA-67D7-4B80-93F2-89FA0A7E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95400"/>
            <a:ext cx="4762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50255-A65B-4C07-81D4-29BDAD5C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19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6B9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76B9F"/>
                </a:solidFill>
                <a:latin typeface="Aptos"/>
                <a:ea typeface="Aptos"/>
                <a:cs typeface="Aptos"/>
              </a:rPr>
              <a:t>Output panel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DF8DB-1BE2-4368-B7EF-A37DB76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3733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6"/>
          </a:solidFill>
          <a:ln xmlns:a="http://schemas.openxmlformats.org/drawingml/2006/main" w="9525">
            <a:solidFill>
              <a:srgbClr val="B7D8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63267-80EB-47FB-98D1-E2B9DD7B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Predicted category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6CF3D-445F-413F-8215-F2532327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Confidence +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6DA07-2CF3-415C-8DF5-8EB30C41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3733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C"/>
          </a:solidFill>
          <a:ln xmlns:a="http://schemas.openxmlformats.org/drawingml/2006/main" w="9525">
            <a:solidFill>
              <a:srgbClr val="B7CF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BD422-69D6-49D3-BE27-46425123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AI agent recommendation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49E5A-7168-4F09-A240-1E3A6A62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Correct bin + handling tips</a:t>
            </a:r>
          </a:p>
        </p:txBody>
      </p:sp>
    </p:spTree>
    <p:extLst>
      <p:ext uri="{BB962C8B-B14F-4D97-AF65-F5344CB8AC3E}">
        <p14:creationId xmlns:p14="http://schemas.microsoft.com/office/powerpoint/2010/main" val="11919337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B6710-B769-42FD-AEE8-A48259C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8537B-6579-4FCF-8BEB-40974640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rPr>
              <a:t>SDG impact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92062-3147-4EFC-BC6C-73686B6B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611B9-194B-4179-AA76-E1C1286A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335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SDG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2452B-20EE-43FE-945E-B637D9A4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2400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AD2C3-9702-473D-9254-3A81CD8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954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Sustainable Cities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0B9D8-DAC0-40FA-AC59-4C89D1F4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383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Cleaner public spaces and smarter local waste handling.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5630E-7F64-432B-A157-CD6FE261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9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B88C2-D26E-4E27-87C8-29C4766E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SDG 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674F4-A3D0-4392-96B7-96C1AEC4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5275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F34EE-E4A0-42F7-8104-479F1E3D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242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Responsible Consumption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3F30F-E990-46F9-84A8-8736BFE9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671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Better recycling, composting, and disposal habits.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D2FEE-DAD4-44E3-B893-7690697A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6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90909-870F-4D6C-A030-828FD9E0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SDG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7CC98-55BB-4A4D-AF6A-39C525B4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81500"/>
            <a:ext cx="6858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7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079E3-3F6C-4766-BF23-209D4A16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529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1A"/>
                </a:solidFill>
                <a:latin typeface="Aptos"/>
                <a:ea typeface="Aptos"/>
                <a:cs typeface="Aptos"/>
              </a:rPr>
              <a:t>Climate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8EE7C-A624-4FFF-9A84-69D1E86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Lower landfill pressure and improved resource recovery.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AB74F-DA95-4FFE-88DE-09F8645D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Impact begins with source segregation: the user is guided before waste enters the wrong bin.</a:t>
            </a:r>
          </a:p>
        </p:txBody>
      </p:sp>
    </p:spTree>
    <p:extLst>
      <p:ext uri="{BB962C8B-B14F-4D97-AF65-F5344CB8AC3E}">
        <p14:creationId xmlns:p14="http://schemas.microsoft.com/office/powerpoint/2010/main" val="823419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20E8C1-A971-4313-9770-A74E307B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614EB-57E2-4D67-A7F0-E871960B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A"/>
                </a:solidFill>
                <a:latin typeface="Aptos Display"/>
                <a:ea typeface="Aptos Display"/>
                <a:cs typeface="Aptos Display"/>
              </a:rPr>
              <a:t>Future hardware extension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37CED-F1FC-462F-991C-9D8C0514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2A0E8-E75D-4F31-9E21-BC743C0A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Camera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2D307-1627-4177-A619-C4FFFDC3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Captures waste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92F47-A567-4BC0-97CA-E25BB726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98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EA49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8EA49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6D8F2-21B8-470F-8080-567498F2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907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757BF-C907-4027-9323-5A843C6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AI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C63A6-4582-4BEE-9CB0-440CCB4D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Classifies material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93390-019B-4849-81C9-80DE51AD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98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EA49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8EA49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90E86-E3F2-4D0D-9AE7-32099B53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05A06-1A7A-4F99-952E-F3FE4DE6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00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37293-5C00-45DD-9670-F83FFD9F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Raspberry Pi / ESP32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EAFB2-C255-4520-80B9-FAB1DDF7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098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EA49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8EA49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8AC38-D0E7-4E27-8FD5-92AAEB42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585B5-A53F-4CCC-9227-8026FDF6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Actuator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0B640-99FC-4F4D-90E6-469A1AA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194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Opens correct bin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15617-6BFB-4B9D-BED1-D44133BB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8EA49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8EA497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D31A8-6E6C-4194-81A4-B31C66AD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1619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013AB-85DC-40E2-8DDE-F8E52447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A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7A4B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E2816-F75B-41D0-ACF1-9EA85506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194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3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35B"/>
                </a:solidFill>
                <a:latin typeface="Aptos"/>
                <a:ea typeface="Aptos"/>
                <a:cs typeface="Aptos"/>
              </a:rPr>
              <a:t>Tracks fill level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45F7BB-76B8-46FC-8D98-CDD96CFB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421D05-2B2A-4F05-84A4-4B66B71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866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1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1A"/>
                </a:solidFill>
                <a:latin typeface="Aptos"/>
                <a:ea typeface="Aptos"/>
                <a:cs typeface="Aptos"/>
              </a:rPr>
              <a:t>Possible sensors: ultrasonic fill-level sensor, load cell, moisture sensor, gas sensor, and RFID-enabled collection tracking.</a:t>
            </a:r>
          </a:p>
        </p:txBody>
      </p:sp>
    </p:spTree>
    <p:extLst>
      <p:ext uri="{BB962C8B-B14F-4D97-AF65-F5344CB8AC3E}">
        <p14:creationId xmlns:p14="http://schemas.microsoft.com/office/powerpoint/2010/main" val="6260341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D064E4-195C-488E-B66B-D5463053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A8F5F-6264-4D85-B7D7-C6E0CF80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819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3EB5B-514C-4529-8B92-8AB9C55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8572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5D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CE5DD"/>
                </a:solidFill>
                <a:latin typeface="Aptos"/>
                <a:ea typeface="Aptos"/>
                <a:cs typeface="Aptos"/>
              </a:rPr>
              <a:t>The project demonstrates a practical AI-assisted method for improving waste segregation, recycling quality, hazardous waste safety, and smart community cleanliness.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673CB-DAB9-4836-AA2F-186D771B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59390-02BC-4466-8A38-380D9234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Working browser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E887A-59C6-49AE-BE95-1D05E70A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C94AC-E476-4A58-AA0E-B9CC9AC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report PDF/DOCX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41E23-D670-4870-9F62-3ADFAB2E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E8747-0395-4EA2-9037-AB9A097A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Presentation PPTX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1CE5F-0FED-46AA-99AE-BC88551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B3434-B26C-42F7-A855-C3B04FC0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Short video 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49BAB-4C49-4DA5-B254-A344FF98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BF31C-9C6A-480A-8A8D-B376B74F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demo link ready after 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9F535-E7F0-4A7E-9601-16E22C0A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819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5C98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5C98D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55873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2026-06-11T03:37:39.3410000Z</dcterms:created>
  <dcterms:modified xsi:type="dcterms:W3CDTF">2026-06-11T03:37:39.3410000Z</dcterms:modified>
</coreProperties>
</file>